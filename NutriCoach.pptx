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72" r:id="rId7"/>
    <p:sldId id="261" r:id="rId8"/>
    <p:sldId id="269" r:id="rId9"/>
    <p:sldId id="274" r:id="rId10"/>
    <p:sldId id="275" r:id="rId11"/>
    <p:sldId id="276" r:id="rId12"/>
    <p:sldId id="277" r:id="rId13"/>
    <p:sldId id="278" r:id="rId14"/>
    <p:sldId id="280" r:id="rId15"/>
    <p:sldId id="281" r:id="rId16"/>
    <p:sldId id="279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750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492" autoAdjust="0"/>
  </p:normalViewPr>
  <p:slideViewPr>
    <p:cSldViewPr>
      <p:cViewPr varScale="1">
        <p:scale>
          <a:sx n="82" d="100"/>
          <a:sy n="82" d="100"/>
        </p:scale>
        <p:origin x="677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1/2/2026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1/2/2026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1/2/2026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1/2/2026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1/2/2026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1/2/2026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1/2/2026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1/2/2026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1/2/2026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1/2/2026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1/2/2026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1/2/2026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1/2/2026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1/2/2026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hyperlink" Target="https://world.openfoodfacts.or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NutriCoach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AI-powered copilot that helps consumers understand about food ingredients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Problem Statement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18883" y="1600200"/>
            <a:ext cx="7035769" cy="4572000"/>
          </a:xfrm>
        </p:spPr>
        <p:txBody>
          <a:bodyPr/>
          <a:lstStyle/>
          <a:p>
            <a:pPr algn="just"/>
            <a:r>
              <a:rPr lang="en-US" dirty="0"/>
              <a:t>Ingredient lists on the back of products are hard to understand.</a:t>
            </a:r>
          </a:p>
          <a:p>
            <a:pPr algn="just"/>
            <a:r>
              <a:rPr lang="en-US" dirty="0"/>
              <a:t>Consumers want a quick lookup tool that will tell about a product and whether they should buy it or not.</a:t>
            </a:r>
          </a:p>
          <a:p>
            <a:pPr algn="just"/>
            <a:r>
              <a:rPr lang="en-US" dirty="0"/>
              <a:t>Traditional AI-powered apps expects a lot of input from consumers to make them understand about ingredients and often times just repeat what is already written.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9825B8-E961-41E1-2254-57B8B715CA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76" y="2415158"/>
            <a:ext cx="3244295" cy="202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3007F-B43A-355D-19F9-D866E534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0A0A83-3ADB-E01B-AE28-B775CB36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Our proposed solution: </a:t>
            </a:r>
            <a:r>
              <a:rPr lang="en-US" dirty="0" err="1">
                <a:solidFill>
                  <a:schemeClr val="accent6"/>
                </a:solidFill>
              </a:rPr>
              <a:t>NutriCoach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21B21-66F4-925E-B289-768717FFD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600200"/>
            <a:ext cx="9751060" cy="4572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With </a:t>
            </a:r>
            <a:r>
              <a:rPr lang="en-US" dirty="0" err="1"/>
              <a:t>NutriCoach</a:t>
            </a:r>
            <a:r>
              <a:rPr lang="en-US" dirty="0"/>
              <a:t>, consumers only have to upload an image of the ingredients list.</a:t>
            </a:r>
          </a:p>
          <a:p>
            <a:pPr algn="just"/>
            <a:r>
              <a:rPr lang="en-US" dirty="0"/>
              <a:t>From the list, our model gives insights about the product.</a:t>
            </a:r>
          </a:p>
          <a:p>
            <a:pPr algn="just"/>
            <a:r>
              <a:rPr lang="en-US" dirty="0"/>
              <a:t>It expects no personal data from consumers making it trust-worthy unlike a lot other apps.</a:t>
            </a:r>
          </a:p>
          <a:p>
            <a:pPr algn="just"/>
            <a:r>
              <a:rPr lang="en-US" dirty="0" err="1"/>
              <a:t>NutriCoach</a:t>
            </a:r>
            <a:r>
              <a:rPr lang="en-US" dirty="0"/>
              <a:t> does the thinking for the user like a copilot, so consumers don’t have to spend time typing trying to explain what they want.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0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Whole workflow of our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AF208-5054-1CF0-7E03-E97FCAB71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74" y="1916832"/>
            <a:ext cx="10242475" cy="378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3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Data Collection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/>
              <a:t>Various ingredients details were collected from Open Food Facts.</a:t>
            </a:r>
          </a:p>
          <a:p>
            <a:pPr algn="just"/>
            <a:r>
              <a:rPr lang="en-US" dirty="0"/>
              <a:t>They were formatted them into JSON structure.</a:t>
            </a:r>
          </a:p>
          <a:p>
            <a:pPr algn="just"/>
            <a:r>
              <a:rPr lang="en-US" dirty="0"/>
              <a:t>This is our data corpus which will be turned into vector embeddings.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CD40D7-5867-5B2B-254A-AE3DB6512B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436" y="1757116"/>
            <a:ext cx="4875212" cy="3343767"/>
          </a:xfrm>
        </p:spPr>
      </p:pic>
    </p:spTree>
    <p:extLst>
      <p:ext uri="{BB962C8B-B14F-4D97-AF65-F5344CB8AC3E}">
        <p14:creationId xmlns:p14="http://schemas.microsoft.com/office/powerpoint/2010/main" val="398066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809B-F1F3-5229-F40B-F1B2D8E6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C0DD-6DB6-5397-79C6-8466E362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Vector Embeddings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E4B1A-CD98-5A23-0C57-3F2A7A8D4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836" y="1600200"/>
            <a:ext cx="5328592" cy="4572000"/>
          </a:xfrm>
        </p:spPr>
        <p:txBody>
          <a:bodyPr>
            <a:normAutofit/>
          </a:bodyPr>
          <a:lstStyle/>
          <a:p>
            <a:r>
              <a:rPr lang="en-US" sz="2400" dirty="0"/>
              <a:t>Each ingredient is converted to numerical format (list of numbers).</a:t>
            </a:r>
          </a:p>
          <a:p>
            <a:r>
              <a:rPr lang="en-US" sz="2400" dirty="0"/>
              <a:t>all-MiniLM-L6-v2 embedding model was used to convert text to numerical embeddings.</a:t>
            </a:r>
          </a:p>
          <a:p>
            <a:r>
              <a:rPr lang="en-US" sz="2400" dirty="0"/>
              <a:t>Vector embeddings are numerical representation of complex data with similar data points closer to each other.</a:t>
            </a:r>
          </a:p>
          <a:p>
            <a:r>
              <a:rPr lang="en-US" sz="2400" dirty="0"/>
              <a:t>These embeddings will help us with easy retrieval at any time.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0CF7A1-E4BF-F1E4-6916-BEC81F980B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460" y="1844824"/>
            <a:ext cx="4875212" cy="3640158"/>
          </a:xfrm>
        </p:spPr>
      </p:pic>
    </p:spTree>
    <p:extLst>
      <p:ext uri="{BB962C8B-B14F-4D97-AF65-F5344CB8AC3E}">
        <p14:creationId xmlns:p14="http://schemas.microsoft.com/office/powerpoint/2010/main" val="274184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3E5A-F925-9813-5C25-1FFF6082D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3D13-DCA8-71FC-4900-3F2A6FD2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Retrieval (Similarity Search)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3BA3C-E7D7-F6CC-4AC2-4959186B4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5025008" cy="4572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Retrieval is the process of </a:t>
            </a:r>
            <a:r>
              <a:rPr lang="en-US" dirty="0">
                <a:cs typeface="Arial" panose="020B0604020202020204" pitchFamily="34" charset="0"/>
              </a:rPr>
              <a:t>finding and bringing back relevant information or data from a large collection when given a query or context.</a:t>
            </a:r>
          </a:p>
          <a:p>
            <a:pPr algn="just"/>
            <a:r>
              <a:rPr lang="en-US" dirty="0"/>
              <a:t>Consumer pastes their ingredient list and it becomes user query.</a:t>
            </a:r>
          </a:p>
          <a:p>
            <a:pPr algn="just"/>
            <a:r>
              <a:rPr lang="en-US" dirty="0"/>
              <a:t>Cosine similarity is used to compare and find similarities between user query and our vector embeddings.</a:t>
            </a:r>
          </a:p>
          <a:p>
            <a:pPr algn="just"/>
            <a:r>
              <a:rPr lang="en-US" dirty="0"/>
              <a:t>The top k similar embeddings are retrieved. These are our context.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03C7E-CDC9-54BE-2AFE-0E9037A00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847" y="1061193"/>
            <a:ext cx="3302612" cy="2348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DE71C5-B8C4-E2BC-BA80-5CD1AA008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893" y="3445800"/>
            <a:ext cx="4680520" cy="193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37C5-E280-D2C5-0759-77C70E0B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CC2A-AF49-37B6-2E33-4C07BE21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Generation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8A363-4BE5-0C78-477E-5642ECC3F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836" y="1600200"/>
            <a:ext cx="5328592" cy="4572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Gemini’s 2.5-flash model is used for the text generation.</a:t>
            </a:r>
          </a:p>
          <a:p>
            <a:pPr algn="just"/>
            <a:r>
              <a:rPr lang="en-US" sz="2400" dirty="0"/>
              <a:t>The user query and the context both are sent to the model.</a:t>
            </a:r>
          </a:p>
          <a:p>
            <a:pPr algn="just"/>
            <a:r>
              <a:rPr lang="en-US" sz="2400" dirty="0"/>
              <a:t>The model answers only based on the context, if the context is insufficient, the model says so.</a:t>
            </a:r>
          </a:p>
          <a:p>
            <a:pPr algn="just"/>
            <a:r>
              <a:rPr lang="en-US" sz="2400" dirty="0"/>
              <a:t>This makes </a:t>
            </a:r>
            <a:r>
              <a:rPr lang="en-US" sz="2400" dirty="0" err="1"/>
              <a:t>NutriCoach</a:t>
            </a:r>
            <a:r>
              <a:rPr lang="en-US" sz="2400" dirty="0"/>
              <a:t> trustworthy because it can communicate uncertainty well.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3C64C5-92E8-7ABB-CD37-EA67A07DBB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777" y="2077306"/>
            <a:ext cx="4875212" cy="2703388"/>
          </a:xfrm>
        </p:spPr>
      </p:pic>
    </p:spTree>
    <p:extLst>
      <p:ext uri="{BB962C8B-B14F-4D97-AF65-F5344CB8AC3E}">
        <p14:creationId xmlns:p14="http://schemas.microsoft.com/office/powerpoint/2010/main" val="317404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53E8-599A-F89E-D132-04ECCFBB0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428C85-862F-8A5F-BEF2-8665EA8EA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1" r="57129" b="11534"/>
          <a:stretch>
            <a:fillRect/>
          </a:stretch>
        </p:blipFill>
        <p:spPr>
          <a:xfrm>
            <a:off x="8110635" y="814907"/>
            <a:ext cx="4105743" cy="4680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B2906C-5C3C-B157-2D13-754D7AC6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Backend with Django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B956E-9ACE-406A-CB9B-7AB8A1452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556792"/>
            <a:ext cx="6681192" cy="388478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Django server exposes a POST API Endpoint (/analyze/)</a:t>
            </a:r>
          </a:p>
          <a:p>
            <a:pPr algn="just"/>
            <a:r>
              <a:rPr lang="en-US" sz="2400" dirty="0"/>
              <a:t>User query received as JSON, and relevant context retrieved, and prompt built</a:t>
            </a:r>
          </a:p>
          <a:p>
            <a:pPr algn="just"/>
            <a:r>
              <a:rPr lang="en-US" sz="2400" dirty="0"/>
              <a:t>Gemini Model called with structured prompt</a:t>
            </a:r>
          </a:p>
          <a:p>
            <a:pPr algn="just"/>
            <a:r>
              <a:rPr lang="en-US" sz="2400" dirty="0"/>
              <a:t>Response parsed into summary, details and uncertainty</a:t>
            </a:r>
          </a:p>
          <a:p>
            <a:pPr algn="just"/>
            <a:r>
              <a:rPr lang="en-US" sz="2400" dirty="0"/>
              <a:t>Structured JSON returned to Frontend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E4AA9B8-1544-756D-BDFD-3E1F3CEBF2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50052" y="3276600"/>
            <a:ext cx="2024608" cy="202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98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0365-0F0D-C460-114F-3EE73C75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6D168-F6A5-3551-D5E1-415F58F2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Frontend with PyQt5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B73C9-C3EE-044B-2442-D7B5186FB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556792"/>
            <a:ext cx="6681192" cy="388478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User Input captured, and POST request sent to backend</a:t>
            </a:r>
          </a:p>
          <a:p>
            <a:pPr algn="just"/>
            <a:r>
              <a:rPr lang="en-US" sz="2400" dirty="0"/>
              <a:t>Responses displayed in chat view along with follow-up suggestions</a:t>
            </a:r>
          </a:p>
          <a:p>
            <a:pPr algn="just"/>
            <a:r>
              <a:rPr lang="en-US" sz="2400" dirty="0"/>
              <a:t>Follow-up clicks trigger new responses dynamically</a:t>
            </a:r>
          </a:p>
          <a:p>
            <a:pPr algn="just"/>
            <a:r>
              <a:rPr lang="en-US" sz="2400" dirty="0"/>
              <a:t>Features like file attachment and provision of dark/light mode for chat view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9013F3-1F77-DFC7-0E46-7F3A67F05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00" r="12201" b="13250"/>
          <a:stretch>
            <a:fillRect/>
          </a:stretch>
        </p:blipFill>
        <p:spPr>
          <a:xfrm>
            <a:off x="8182644" y="563489"/>
            <a:ext cx="3300338" cy="486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C04D-86BF-3F0D-712F-7938ED84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10FF19-9E3E-FD08-B70F-B96D4376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28E80-259B-6C45-83E3-9E46211D7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600200"/>
            <a:ext cx="9751060" cy="4572000"/>
          </a:xfrm>
        </p:spPr>
        <p:txBody>
          <a:bodyPr>
            <a:normAutofit/>
          </a:bodyPr>
          <a:lstStyle/>
          <a:p>
            <a:r>
              <a:rPr lang="en-US" dirty="0"/>
              <a:t>ABCD</a:t>
            </a:r>
          </a:p>
        </p:txBody>
      </p:sp>
    </p:spTree>
    <p:extLst>
      <p:ext uri="{BB962C8B-B14F-4D97-AF65-F5344CB8AC3E}">
        <p14:creationId xmlns:p14="http://schemas.microsoft.com/office/powerpoint/2010/main" val="152259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E786-2E96-1ECF-9515-5E871988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DD40C0-6F99-8FEA-45C7-17E9CC42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References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04B4B-A8A4-AA7E-09CA-117D06CEC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2204864"/>
            <a:ext cx="9751060" cy="3168352"/>
          </a:xfrm>
        </p:spPr>
        <p:txBody>
          <a:bodyPr>
            <a:normAutofit/>
          </a:bodyPr>
          <a:lstStyle/>
          <a:p>
            <a:r>
              <a:rPr lang="en-US" dirty="0"/>
              <a:t>Open Food Facts website - </a:t>
            </a:r>
            <a:r>
              <a:rPr lang="en-US" dirty="0">
                <a:hlinkClick r:id="rId2"/>
              </a:rPr>
              <a:t>https://world.openfoodfacts.org/</a:t>
            </a:r>
            <a:endParaRPr lang="en-US" dirty="0"/>
          </a:p>
          <a:p>
            <a:r>
              <a:rPr lang="en-US" dirty="0"/>
              <a:t>Hugging Face website - </a:t>
            </a:r>
            <a:r>
              <a:rPr lang="en-US" dirty="0">
                <a:hlinkClick r:id="rId3"/>
              </a:rPr>
              <a:t>https://huggingface.co/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5A88-CC77-B0A7-9DE6-40C4A0EE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42DB-61AF-EAC7-9EE5-9599DC73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900" y="2781300"/>
            <a:ext cx="5169024" cy="1295400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rgbClr val="FE750E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92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659</TotalTime>
  <Words>480</Words>
  <Application>Microsoft Office PowerPoint</Application>
  <PresentationFormat>Custom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Constantia</vt:lpstr>
      <vt:lpstr>Cooking 16x9</vt:lpstr>
      <vt:lpstr>NutriCoach</vt:lpstr>
      <vt:lpstr>Problem Statement</vt:lpstr>
      <vt:lpstr>Our proposed solution: NutriCoach</vt:lpstr>
      <vt:lpstr>Whole workflow of our solution</vt:lpstr>
      <vt:lpstr>Data Collection</vt:lpstr>
      <vt:lpstr>Vector Embeddings</vt:lpstr>
      <vt:lpstr>Retrieval (Similarity Search)</vt:lpstr>
      <vt:lpstr>Generation</vt:lpstr>
      <vt:lpstr>Backend with Django</vt:lpstr>
      <vt:lpstr>Frontend with PyQt5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Koustav Chatterjee</dc:creator>
  <cp:lastModifiedBy>ANWESHA CHAKRABORTY</cp:lastModifiedBy>
  <cp:revision>4</cp:revision>
  <dcterms:created xsi:type="dcterms:W3CDTF">2025-12-28T16:21:50Z</dcterms:created>
  <dcterms:modified xsi:type="dcterms:W3CDTF">2026-01-02T17:19:33Z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